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60"/>
  </p:normalViewPr>
  <p:slideViewPr>
    <p:cSldViewPr snapToGrid="0">
      <p:cViewPr varScale="1">
        <p:scale>
          <a:sx n="99" d="100"/>
          <a:sy n="99" d="100"/>
        </p:scale>
        <p:origin x="96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E33C936-2029-433D-BB82-6D21A6724D6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2CD4DAE-E317-48E7-AADD-1E22AAEC1E3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Socket Programming is a means of connecting two devices or nodes together over a network.</a:t>
          </a:r>
        </a:p>
      </dgm:t>
    </dgm:pt>
    <dgm:pt modelId="{159EC85B-0AAE-4271-84A4-92C0FBCD4B01}" type="parTrans" cxnId="{6F688107-681D-4604-ACB2-9B3AE6401297}">
      <dgm:prSet/>
      <dgm:spPr/>
      <dgm:t>
        <a:bodyPr/>
        <a:lstStyle/>
        <a:p>
          <a:endParaRPr lang="en-US"/>
        </a:p>
      </dgm:t>
    </dgm:pt>
    <dgm:pt modelId="{BD584C88-B93E-4263-AE6A-BB6F822DEDC6}" type="sibTrans" cxnId="{6F688107-681D-4604-ACB2-9B3AE6401297}">
      <dgm:prSet/>
      <dgm:spPr/>
      <dgm:t>
        <a:bodyPr/>
        <a:lstStyle/>
        <a:p>
          <a:endParaRPr lang="en-US"/>
        </a:p>
      </dgm:t>
    </dgm:pt>
    <dgm:pt modelId="{6B43FE3C-1806-42BC-826F-B3C9A94C842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This system of communication typically uses a server-client communication model. Where the socket acts through a filesystem where processes can write onto another and vice-versa.</a:t>
          </a:r>
        </a:p>
      </dgm:t>
    </dgm:pt>
    <dgm:pt modelId="{6497477A-F323-4675-8378-7F1F06144579}" type="parTrans" cxnId="{72263563-1A93-4FB4-9A01-C8FBB6BB8C27}">
      <dgm:prSet/>
      <dgm:spPr/>
      <dgm:t>
        <a:bodyPr/>
        <a:lstStyle/>
        <a:p>
          <a:endParaRPr lang="en-US"/>
        </a:p>
      </dgm:t>
    </dgm:pt>
    <dgm:pt modelId="{B7B2E88F-3312-4CF6-9202-4C881F3BF11D}" type="sibTrans" cxnId="{72263563-1A93-4FB4-9A01-C8FBB6BB8C27}">
      <dgm:prSet/>
      <dgm:spPr/>
      <dgm:t>
        <a:bodyPr/>
        <a:lstStyle/>
        <a:p>
          <a:endParaRPr lang="en-US"/>
        </a:p>
      </dgm:t>
    </dgm:pt>
    <dgm:pt modelId="{9CF56F45-A57D-4956-8D09-A71D738A412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Multiple Processes can reach out to each other, creating a bi-direction facet of communication as file descriptors on a singular or multi-device network.</a:t>
          </a:r>
        </a:p>
      </dgm:t>
    </dgm:pt>
    <dgm:pt modelId="{75AA3FA2-1893-4D3F-AB7F-6F2C1D2D841C}" type="parTrans" cxnId="{AA900C58-54B0-4781-AD60-85F530488EEC}">
      <dgm:prSet/>
      <dgm:spPr/>
      <dgm:t>
        <a:bodyPr/>
        <a:lstStyle/>
        <a:p>
          <a:endParaRPr lang="en-US"/>
        </a:p>
      </dgm:t>
    </dgm:pt>
    <dgm:pt modelId="{21EC33DF-BDA1-4EA3-8107-E9D1F9E669F0}" type="sibTrans" cxnId="{AA900C58-54B0-4781-AD60-85F530488EEC}">
      <dgm:prSet/>
      <dgm:spPr/>
      <dgm:t>
        <a:bodyPr/>
        <a:lstStyle/>
        <a:p>
          <a:endParaRPr lang="en-US"/>
        </a:p>
      </dgm:t>
    </dgm:pt>
    <dgm:pt modelId="{E1B74FEC-79E5-49E4-B42F-9C64D9440469}" type="pres">
      <dgm:prSet presAssocID="{AE33C936-2029-433D-BB82-6D21A6724D6B}" presName="root" presStyleCnt="0">
        <dgm:presLayoutVars>
          <dgm:dir/>
          <dgm:resizeHandles val="exact"/>
        </dgm:presLayoutVars>
      </dgm:prSet>
      <dgm:spPr/>
    </dgm:pt>
    <dgm:pt modelId="{F4A870C3-AC6D-4006-981F-2FFC7120D013}" type="pres">
      <dgm:prSet presAssocID="{42CD4DAE-E317-48E7-AADD-1E22AAEC1E3E}" presName="compNode" presStyleCnt="0"/>
      <dgm:spPr/>
    </dgm:pt>
    <dgm:pt modelId="{EC642171-D25B-4AEC-B5B6-1EDD970E23AF}" type="pres">
      <dgm:prSet presAssocID="{42CD4DAE-E317-48E7-AADD-1E22AAEC1E3E}" presName="bgRect" presStyleLbl="bgShp" presStyleIdx="0" presStyleCnt="2" custLinFactNeighborY="-3581"/>
      <dgm:spPr/>
    </dgm:pt>
    <dgm:pt modelId="{8B4B917E-BB33-47B1-B34A-EDB10040FAC2}" type="pres">
      <dgm:prSet presAssocID="{42CD4DAE-E317-48E7-AADD-1E22AAEC1E3E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4A9915BC-D0AB-4CFC-8F5C-2CC6EFF3913F}" type="pres">
      <dgm:prSet presAssocID="{42CD4DAE-E317-48E7-AADD-1E22AAEC1E3E}" presName="spaceRect" presStyleCnt="0"/>
      <dgm:spPr/>
    </dgm:pt>
    <dgm:pt modelId="{A70186C6-C365-4609-A537-579FD7C6BC4E}" type="pres">
      <dgm:prSet presAssocID="{42CD4DAE-E317-48E7-AADD-1E22AAEC1E3E}" presName="parTx" presStyleLbl="revTx" presStyleIdx="0" presStyleCnt="3">
        <dgm:presLayoutVars>
          <dgm:chMax val="0"/>
          <dgm:chPref val="0"/>
        </dgm:presLayoutVars>
      </dgm:prSet>
      <dgm:spPr/>
    </dgm:pt>
    <dgm:pt modelId="{AA3C01AC-7086-4B0B-BD8E-4E957D2FA18D}" type="pres">
      <dgm:prSet presAssocID="{BD584C88-B93E-4263-AE6A-BB6F822DEDC6}" presName="sibTrans" presStyleCnt="0"/>
      <dgm:spPr/>
    </dgm:pt>
    <dgm:pt modelId="{8228AEA1-9B17-4888-9DF5-F0C204792FB1}" type="pres">
      <dgm:prSet presAssocID="{6B43FE3C-1806-42BC-826F-B3C9A94C842D}" presName="compNode" presStyleCnt="0"/>
      <dgm:spPr/>
    </dgm:pt>
    <dgm:pt modelId="{F0E7FEBB-83C8-4BB6-A105-F23A30E648CE}" type="pres">
      <dgm:prSet presAssocID="{6B43FE3C-1806-42BC-826F-B3C9A94C842D}" presName="bgRect" presStyleLbl="bgShp" presStyleIdx="1" presStyleCnt="2"/>
      <dgm:spPr/>
    </dgm:pt>
    <dgm:pt modelId="{DB735093-FA85-4561-8672-B5C422A5B5A6}" type="pres">
      <dgm:prSet presAssocID="{6B43FE3C-1806-42BC-826F-B3C9A94C842D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ABB974B3-B46C-4198-B745-75BF76A4518C}" type="pres">
      <dgm:prSet presAssocID="{6B43FE3C-1806-42BC-826F-B3C9A94C842D}" presName="spaceRect" presStyleCnt="0"/>
      <dgm:spPr/>
    </dgm:pt>
    <dgm:pt modelId="{453D37C4-CA98-48F8-B7C1-19E43E7E849F}" type="pres">
      <dgm:prSet presAssocID="{6B43FE3C-1806-42BC-826F-B3C9A94C842D}" presName="parTx" presStyleLbl="revTx" presStyleIdx="1" presStyleCnt="3">
        <dgm:presLayoutVars>
          <dgm:chMax val="0"/>
          <dgm:chPref val="0"/>
        </dgm:presLayoutVars>
      </dgm:prSet>
      <dgm:spPr/>
    </dgm:pt>
    <dgm:pt modelId="{06BBDB0D-DCAE-47A4-8C2B-41BC1903DD78}" type="pres">
      <dgm:prSet presAssocID="{6B43FE3C-1806-42BC-826F-B3C9A94C842D}" presName="desTx" presStyleLbl="revTx" presStyleIdx="2" presStyleCnt="3">
        <dgm:presLayoutVars/>
      </dgm:prSet>
      <dgm:spPr/>
    </dgm:pt>
  </dgm:ptLst>
  <dgm:cxnLst>
    <dgm:cxn modelId="{6F688107-681D-4604-ACB2-9B3AE6401297}" srcId="{AE33C936-2029-433D-BB82-6D21A6724D6B}" destId="{42CD4DAE-E317-48E7-AADD-1E22AAEC1E3E}" srcOrd="0" destOrd="0" parTransId="{159EC85B-0AAE-4271-84A4-92C0FBCD4B01}" sibTransId="{BD584C88-B93E-4263-AE6A-BB6F822DEDC6}"/>
    <dgm:cxn modelId="{72263563-1A93-4FB4-9A01-C8FBB6BB8C27}" srcId="{AE33C936-2029-433D-BB82-6D21A6724D6B}" destId="{6B43FE3C-1806-42BC-826F-B3C9A94C842D}" srcOrd="1" destOrd="0" parTransId="{6497477A-F323-4675-8378-7F1F06144579}" sibTransId="{B7B2E88F-3312-4CF6-9202-4C881F3BF11D}"/>
    <dgm:cxn modelId="{FB8AEC76-125F-4F0C-9FA5-E33AA3A41F8F}" type="presOf" srcId="{9CF56F45-A57D-4956-8D09-A71D738A4127}" destId="{06BBDB0D-DCAE-47A4-8C2B-41BC1903DD78}" srcOrd="0" destOrd="0" presId="urn:microsoft.com/office/officeart/2018/2/layout/IconVerticalSolidList"/>
    <dgm:cxn modelId="{AA900C58-54B0-4781-AD60-85F530488EEC}" srcId="{6B43FE3C-1806-42BC-826F-B3C9A94C842D}" destId="{9CF56F45-A57D-4956-8D09-A71D738A4127}" srcOrd="0" destOrd="0" parTransId="{75AA3FA2-1893-4D3F-AB7F-6F2C1D2D841C}" sibTransId="{21EC33DF-BDA1-4EA3-8107-E9D1F9E669F0}"/>
    <dgm:cxn modelId="{96AFC680-7987-4FA9-8873-18049A9CDDF1}" type="presOf" srcId="{6B43FE3C-1806-42BC-826F-B3C9A94C842D}" destId="{453D37C4-CA98-48F8-B7C1-19E43E7E849F}" srcOrd="0" destOrd="0" presId="urn:microsoft.com/office/officeart/2018/2/layout/IconVerticalSolidList"/>
    <dgm:cxn modelId="{EB3A0B9D-C0C2-4132-8E45-5A90BB51D0AF}" type="presOf" srcId="{42CD4DAE-E317-48E7-AADD-1E22AAEC1E3E}" destId="{A70186C6-C365-4609-A537-579FD7C6BC4E}" srcOrd="0" destOrd="0" presId="urn:microsoft.com/office/officeart/2018/2/layout/IconVerticalSolidList"/>
    <dgm:cxn modelId="{81667FF7-4E0C-472F-A22C-316593E6B278}" type="presOf" srcId="{AE33C936-2029-433D-BB82-6D21A6724D6B}" destId="{E1B74FEC-79E5-49E4-B42F-9C64D9440469}" srcOrd="0" destOrd="0" presId="urn:microsoft.com/office/officeart/2018/2/layout/IconVerticalSolidList"/>
    <dgm:cxn modelId="{781529B8-2AD6-4D00-B55B-6D1E66C6599E}" type="presParOf" srcId="{E1B74FEC-79E5-49E4-B42F-9C64D9440469}" destId="{F4A870C3-AC6D-4006-981F-2FFC7120D013}" srcOrd="0" destOrd="0" presId="urn:microsoft.com/office/officeart/2018/2/layout/IconVerticalSolidList"/>
    <dgm:cxn modelId="{E1289CA4-AE5C-4AB1-85F3-AA44F74DAC03}" type="presParOf" srcId="{F4A870C3-AC6D-4006-981F-2FFC7120D013}" destId="{EC642171-D25B-4AEC-B5B6-1EDD970E23AF}" srcOrd="0" destOrd="0" presId="urn:microsoft.com/office/officeart/2018/2/layout/IconVerticalSolidList"/>
    <dgm:cxn modelId="{C8FA6DB0-DECF-4033-ACC4-FA203A86A709}" type="presParOf" srcId="{F4A870C3-AC6D-4006-981F-2FFC7120D013}" destId="{8B4B917E-BB33-47B1-B34A-EDB10040FAC2}" srcOrd="1" destOrd="0" presId="urn:microsoft.com/office/officeart/2018/2/layout/IconVerticalSolidList"/>
    <dgm:cxn modelId="{6D290D8B-6A24-4E52-8A68-533A802789E5}" type="presParOf" srcId="{F4A870C3-AC6D-4006-981F-2FFC7120D013}" destId="{4A9915BC-D0AB-4CFC-8F5C-2CC6EFF3913F}" srcOrd="2" destOrd="0" presId="urn:microsoft.com/office/officeart/2018/2/layout/IconVerticalSolidList"/>
    <dgm:cxn modelId="{C9745925-F09A-4EE6-981C-81A717738051}" type="presParOf" srcId="{F4A870C3-AC6D-4006-981F-2FFC7120D013}" destId="{A70186C6-C365-4609-A537-579FD7C6BC4E}" srcOrd="3" destOrd="0" presId="urn:microsoft.com/office/officeart/2018/2/layout/IconVerticalSolidList"/>
    <dgm:cxn modelId="{2B8F3762-14C3-4B1D-B2DC-AC809C954808}" type="presParOf" srcId="{E1B74FEC-79E5-49E4-B42F-9C64D9440469}" destId="{AA3C01AC-7086-4B0B-BD8E-4E957D2FA18D}" srcOrd="1" destOrd="0" presId="urn:microsoft.com/office/officeart/2018/2/layout/IconVerticalSolidList"/>
    <dgm:cxn modelId="{4CBD54B7-602A-499B-A911-A5034185B117}" type="presParOf" srcId="{E1B74FEC-79E5-49E4-B42F-9C64D9440469}" destId="{8228AEA1-9B17-4888-9DF5-F0C204792FB1}" srcOrd="2" destOrd="0" presId="urn:microsoft.com/office/officeart/2018/2/layout/IconVerticalSolidList"/>
    <dgm:cxn modelId="{316E7E8B-613E-4F6E-A01F-F1C55539325E}" type="presParOf" srcId="{8228AEA1-9B17-4888-9DF5-F0C204792FB1}" destId="{F0E7FEBB-83C8-4BB6-A105-F23A30E648CE}" srcOrd="0" destOrd="0" presId="urn:microsoft.com/office/officeart/2018/2/layout/IconVerticalSolidList"/>
    <dgm:cxn modelId="{EDF7B013-50F6-4F66-88D2-2B6A4353FA4E}" type="presParOf" srcId="{8228AEA1-9B17-4888-9DF5-F0C204792FB1}" destId="{DB735093-FA85-4561-8672-B5C422A5B5A6}" srcOrd="1" destOrd="0" presId="urn:microsoft.com/office/officeart/2018/2/layout/IconVerticalSolidList"/>
    <dgm:cxn modelId="{8D585F51-0EA1-4EA2-8499-90E2352E593D}" type="presParOf" srcId="{8228AEA1-9B17-4888-9DF5-F0C204792FB1}" destId="{ABB974B3-B46C-4198-B745-75BF76A4518C}" srcOrd="2" destOrd="0" presId="urn:microsoft.com/office/officeart/2018/2/layout/IconVerticalSolidList"/>
    <dgm:cxn modelId="{3BF212E4-6112-49F8-A3C5-082BD85D403E}" type="presParOf" srcId="{8228AEA1-9B17-4888-9DF5-F0C204792FB1}" destId="{453D37C4-CA98-48F8-B7C1-19E43E7E849F}" srcOrd="3" destOrd="0" presId="urn:microsoft.com/office/officeart/2018/2/layout/IconVerticalSolidList"/>
    <dgm:cxn modelId="{DDE7A1E9-ACCE-4666-875E-0DA546F75566}" type="presParOf" srcId="{8228AEA1-9B17-4888-9DF5-F0C204792FB1}" destId="{06BBDB0D-DCAE-47A4-8C2B-41BC1903DD78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642171-D25B-4AEC-B5B6-1EDD970E23AF}">
      <dsp:nvSpPr>
        <dsp:cNvPr id="0" name=""/>
        <dsp:cNvSpPr/>
      </dsp:nvSpPr>
      <dsp:spPr>
        <a:xfrm>
          <a:off x="0" y="760652"/>
          <a:ext cx="10824411" cy="150369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4B917E-BB33-47B1-B34A-EDB10040FAC2}">
      <dsp:nvSpPr>
        <dsp:cNvPr id="0" name=""/>
        <dsp:cNvSpPr/>
      </dsp:nvSpPr>
      <dsp:spPr>
        <a:xfrm>
          <a:off x="454866" y="1152830"/>
          <a:ext cx="827030" cy="8270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0186C6-C365-4609-A537-579FD7C6BC4E}">
      <dsp:nvSpPr>
        <dsp:cNvPr id="0" name=""/>
        <dsp:cNvSpPr/>
      </dsp:nvSpPr>
      <dsp:spPr>
        <a:xfrm>
          <a:off x="1736764" y="814499"/>
          <a:ext cx="9087646" cy="15036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141" tIns="159141" rIns="159141" bIns="15914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Socket Programming is a means of connecting two devices or nodes together over a network.</a:t>
          </a:r>
        </a:p>
      </dsp:txBody>
      <dsp:txXfrm>
        <a:off x="1736764" y="814499"/>
        <a:ext cx="9087646" cy="1503691"/>
      </dsp:txXfrm>
    </dsp:sp>
    <dsp:sp modelId="{F0E7FEBB-83C8-4BB6-A105-F23A30E648CE}">
      <dsp:nvSpPr>
        <dsp:cNvPr id="0" name=""/>
        <dsp:cNvSpPr/>
      </dsp:nvSpPr>
      <dsp:spPr>
        <a:xfrm>
          <a:off x="0" y="2694114"/>
          <a:ext cx="10824411" cy="150369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735093-FA85-4561-8672-B5C422A5B5A6}">
      <dsp:nvSpPr>
        <dsp:cNvPr id="0" name=""/>
        <dsp:cNvSpPr/>
      </dsp:nvSpPr>
      <dsp:spPr>
        <a:xfrm>
          <a:off x="454866" y="3032445"/>
          <a:ext cx="827030" cy="8270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3D37C4-CA98-48F8-B7C1-19E43E7E849F}">
      <dsp:nvSpPr>
        <dsp:cNvPr id="0" name=""/>
        <dsp:cNvSpPr/>
      </dsp:nvSpPr>
      <dsp:spPr>
        <a:xfrm>
          <a:off x="1736764" y="2694114"/>
          <a:ext cx="4870984" cy="15036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141" tIns="159141" rIns="159141" bIns="15914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This system of communication typically uses a server-client communication model. Where the socket acts through a filesystem where processes can write onto another and vice-versa.</a:t>
          </a:r>
        </a:p>
      </dsp:txBody>
      <dsp:txXfrm>
        <a:off x="1736764" y="2694114"/>
        <a:ext cx="4870984" cy="1503691"/>
      </dsp:txXfrm>
    </dsp:sp>
    <dsp:sp modelId="{06BBDB0D-DCAE-47A4-8C2B-41BC1903DD78}">
      <dsp:nvSpPr>
        <dsp:cNvPr id="0" name=""/>
        <dsp:cNvSpPr/>
      </dsp:nvSpPr>
      <dsp:spPr>
        <a:xfrm>
          <a:off x="6607748" y="2694114"/>
          <a:ext cx="4216662" cy="15036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141" tIns="159141" rIns="159141" bIns="159141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Multiple Processes can reach out to each other, creating a bi-direction facet of communication as file descriptors on a singular or multi-device network.</a:t>
          </a:r>
        </a:p>
      </dsp:txBody>
      <dsp:txXfrm>
        <a:off x="6607748" y="2694114"/>
        <a:ext cx="4216662" cy="15036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A2E80-42B9-4C35-BF86-1E2687F0CFB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AC0C7-1B89-47CE-B82D-373236645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980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A2E80-42B9-4C35-BF86-1E2687F0CFB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AC0C7-1B89-47CE-B82D-373236645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373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A2E80-42B9-4C35-BF86-1E2687F0CFB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AC0C7-1B89-47CE-B82D-373236645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753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A2E80-42B9-4C35-BF86-1E2687F0CFB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AC0C7-1B89-47CE-B82D-373236645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427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A2E80-42B9-4C35-BF86-1E2687F0CFB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AC0C7-1B89-47CE-B82D-373236645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98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A2E80-42B9-4C35-BF86-1E2687F0CFB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AC0C7-1B89-47CE-B82D-373236645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747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A2E80-42B9-4C35-BF86-1E2687F0CFB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AC0C7-1B89-47CE-B82D-373236645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13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A2E80-42B9-4C35-BF86-1E2687F0CFB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AC0C7-1B89-47CE-B82D-373236645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376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A2E80-42B9-4C35-BF86-1E2687F0CFB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AC0C7-1B89-47CE-B82D-373236645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620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A2E80-42B9-4C35-BF86-1E2687F0CFB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AC0C7-1B89-47CE-B82D-373236645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678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A2E80-42B9-4C35-BF86-1E2687F0CFB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AC0C7-1B89-47CE-B82D-373236645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985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FBFA2E80-42B9-4C35-BF86-1E2687F0CFB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683AC0C7-1B89-47CE-B82D-373236645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8260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F8EC9-B0B0-E49F-BA7C-BC58B151C9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4000">
                <a:solidFill>
                  <a:schemeClr val="tx2"/>
                </a:solidFill>
              </a:rPr>
              <a:t>Socket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98194C-B10B-D344-7E97-13657E9836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en-US" sz="2000">
                <a:solidFill>
                  <a:schemeClr val="tx2"/>
                </a:solidFill>
              </a:rPr>
              <a:t>Robert Benstine, Chris Cartaya</a:t>
            </a:r>
          </a:p>
        </p:txBody>
      </p:sp>
      <p:pic>
        <p:nvPicPr>
          <p:cNvPr id="204" name="Graphic 203" descr="Processor">
            <a:extLst>
              <a:ext uri="{FF2B5EF4-FFF2-40B4-BE49-F238E27FC236}">
                <a16:creationId xmlns:a16="http://schemas.microsoft.com/office/drawing/2014/main" id="{4B810DAE-815A-AD4A-C22E-F3FF12EDCA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29652" y="1859078"/>
            <a:ext cx="3821102" cy="382110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69910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42871-6CD7-A0E7-9B0D-4766548E0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Socket Programming?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81199BD-6FCE-6202-1F79-A250B3AE49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9204805"/>
              </p:ext>
            </p:extLst>
          </p:nvPr>
        </p:nvGraphicFramePr>
        <p:xfrm>
          <a:off x="529389" y="1480569"/>
          <a:ext cx="10824411" cy="50123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39535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6506E-8613-5BC0-FF05-2BD4BE34F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BD4A9-E59B-F666-71C9-34A391566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1974716"/>
            <a:ext cx="4646905" cy="3613149"/>
          </a:xfrm>
        </p:spPr>
        <p:txBody>
          <a:bodyPr anchor="ctr">
            <a:normAutofit fontScale="92500" lnSpcReduction="20000"/>
          </a:bodyPr>
          <a:lstStyle/>
          <a:p>
            <a:r>
              <a:rPr lang="en-US" dirty="0"/>
              <a:t>Using Python, Create a system which connects over a network linking .</a:t>
            </a:r>
            <a:r>
              <a:rPr lang="en-US" dirty="0" err="1"/>
              <a:t>py</a:t>
            </a:r>
            <a:r>
              <a:rPr lang="en-US" dirty="0"/>
              <a:t> files to each other, where the ‘server’ file can connect to multiple ‘client’ files, sequentially by network I/O.</a:t>
            </a:r>
          </a:p>
          <a:p>
            <a:r>
              <a:rPr lang="en-US" dirty="0"/>
              <a:t>This Prompts a communication where a user connected to the clients can communicate and be provided desired information.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E97EFC-4855-6F7F-2DC6-E4719482BE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754" r="28190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69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1018AA37-17C1-6BF6-3911-777CEE50AF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84" r="43557" b="-2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520AD2D-1C12-5105-82CD-6C54D58AA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US" sz="4000"/>
              <a:t>What Layers Are Used?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ABB85-A9CE-F62C-E66E-FC79C13B6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anchor="ctr">
            <a:normAutofit fontScale="92500" lnSpcReduction="20000"/>
          </a:bodyPr>
          <a:lstStyle/>
          <a:p>
            <a:r>
              <a:rPr lang="en-US" sz="2400" dirty="0"/>
              <a:t>Natively, unless prompted otherwise, socket programming using TCP and IPv4 to connected to each program.</a:t>
            </a:r>
          </a:p>
          <a:p>
            <a:pPr lvl="1"/>
            <a:r>
              <a:rPr lang="en-US" dirty="0"/>
              <a:t>TCP – Transmission Control Protocol , uses the Transport Layer</a:t>
            </a:r>
          </a:p>
          <a:p>
            <a:pPr lvl="1"/>
            <a:r>
              <a:rPr lang="en-US" dirty="0"/>
              <a:t>IPv4 – Internet Protocol version 4, which uses the Network Layer</a:t>
            </a:r>
          </a:p>
          <a:p>
            <a:pPr lvl="2"/>
            <a:r>
              <a:rPr lang="en-US" sz="2400" dirty="0"/>
              <a:t>Together these protocols dictate where the data is coming from, where it goes, and by what means the data is reaching both locations within the given instance</a:t>
            </a:r>
          </a:p>
        </p:txBody>
      </p:sp>
    </p:spTree>
    <p:extLst>
      <p:ext uri="{BB962C8B-B14F-4D97-AF65-F5344CB8AC3E}">
        <p14:creationId xmlns:p14="http://schemas.microsoft.com/office/powerpoint/2010/main" val="1755646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D0BE3-0008-96B3-76F6-92C3A32FC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A7618-9657-1A6C-CF91-3117FE5E8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437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EAA8ABB-E28C-4BD6-B2CD-376882E92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666178-1AB9-4E5B-026E-FDB4894F3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604" y="679731"/>
            <a:ext cx="3090345" cy="373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Source Code: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29184" y="1"/>
            <a:ext cx="2446384" cy="5777808"/>
            <a:chOff x="329184" y="1"/>
            <a:chExt cx="524256" cy="5777808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23" y="679731"/>
            <a:ext cx="7682293" cy="56628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1F09BD-EB17-5A34-F5A3-0F7F83FD5F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9" r="-3" b="9578"/>
          <a:stretch>
            <a:fillRect/>
          </a:stretch>
        </p:blipFill>
        <p:spPr>
          <a:xfrm>
            <a:off x="996363" y="972235"/>
            <a:ext cx="3383280" cy="5047735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876FAFF-46E3-C5E4-02D1-A1EA44F8B2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030" b="-3"/>
          <a:stretch>
            <a:fillRect/>
          </a:stretch>
        </p:blipFill>
        <p:spPr>
          <a:xfrm>
            <a:off x="4739082" y="904814"/>
            <a:ext cx="3383280" cy="5047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181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32CF5-C47D-CB7E-83BE-E015081E3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00AFB-5090-691D-7AF0-DD1E89F26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221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</TotalTime>
  <Words>220</Words>
  <Application>Microsoft Office PowerPoint</Application>
  <PresentationFormat>Widescreen</PresentationFormat>
  <Paragraphs>17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Socket Programming</vt:lpstr>
      <vt:lpstr>What is Socket Programming?</vt:lpstr>
      <vt:lpstr>Objective</vt:lpstr>
      <vt:lpstr>What Layers Are Used?</vt:lpstr>
      <vt:lpstr>Workflow</vt:lpstr>
      <vt:lpstr>Source Code:</vt:lpstr>
      <vt:lpstr>Output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 Benstine</dc:creator>
  <cp:lastModifiedBy>Robert Benstine</cp:lastModifiedBy>
  <cp:revision>3</cp:revision>
  <dcterms:created xsi:type="dcterms:W3CDTF">2026-04-12T19:49:13Z</dcterms:created>
  <dcterms:modified xsi:type="dcterms:W3CDTF">2026-04-12T20:48:07Z</dcterms:modified>
</cp:coreProperties>
</file>